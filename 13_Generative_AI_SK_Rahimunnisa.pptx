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B9E35"/>
            </a:solidFill>
          </c:spPr>
          <c:cat>
            <c:strRef>
              <c:f>Sheet1!$A$2:$A$6</c:f>
              <c:strCache>
                <c:ptCount val="5"/>
                <c:pt idx="0">
                  <c:v>Personalised practice</c:v>
                </c:pt>
                <c:pt idx="1">
                  <c:v>Teacher preparation</c:v>
                </c:pt>
                <c:pt idx="2">
                  <c:v>Accessibility</c:v>
                </c:pt>
                <c:pt idx="3">
                  <c:v>Early support</c:v>
                </c:pt>
                <c:pt idx="4">
                  <c:v>Assessment feedback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62</c:v>
                </c:pt>
                <c:pt idx="3">
                  <c:v>55</c:v>
                </c:pt>
                <c:pt idx="4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2588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05D23"/>
                </a:solidFill>
                <a:latin typeface="Arial"/>
              </a:defRPr>
            </a:pPr>
            <a: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1952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05D23"/>
                </a:solidFill>
                <a:latin typeface="Arial"/>
              </a:defRPr>
            </a:pPr>
            <a:r>
              <a:t>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697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73737"/>
                </a:solidFill>
                <a:latin typeface="Arial"/>
              </a:defRPr>
            </a:pPr>
            <a:r>
              <a:t>How generative AI helps people work, learn, and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069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Prepared by SK Rahimunnisa n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Generative AI in Everyday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What is Generative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Generative AI creates new content such as text, images, music, and code from prompts.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3317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9E35"/>
                </a:solidFill>
                <a:latin typeface="Arial"/>
              </a:defRPr>
            </a:pPr>
            <a:r>
              <a:t>For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Explain difficult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87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Summarise long 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26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Translate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3317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9E35"/>
                </a:solidFill>
                <a:latin typeface="Arial"/>
              </a:defRPr>
            </a:pPr>
            <a:r>
              <a:t>For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48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Draft emails and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87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Automate repetitive 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026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Brainstorm solutions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3317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9E35"/>
                </a:solidFill>
                <a:latin typeface="Arial"/>
              </a:defRPr>
            </a:pPr>
            <a:r>
              <a:t>For creativity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148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Generate ideas and designs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587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Create visual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026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Build coding prototypes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Generative AI in Everyday 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Where can Generative AI add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Illustrative examples of common generative AI use cases.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72237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599432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73737"/>
                </a:solidFill>
                <a:latin typeface="Arial"/>
              </a:defRPr>
            </a:pPr>
            <a:r>
              <a:t>Scores are illustrative for discussion, not measured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Generative AI in Everyday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Risks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People should check AI outputs and remain responsible for important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66160" cy="306324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55A11"/>
                </a:solidFill>
                <a:latin typeface="Arial"/>
              </a:defRPr>
            </a:pPr>
            <a:r>
              <a:t>Watch out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Incorrect or invented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Bias and unfair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2666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Privacy and data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6557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Over-reliance and copied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325880"/>
            <a:ext cx="3566160" cy="306324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276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48235"/>
                </a:solidFill>
                <a:latin typeface="Arial"/>
              </a:defRPr>
            </a:pPr>
            <a:r>
              <a:t>Good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Verify important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87752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Avoid sharing sensitive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2666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Disclose AI-assisted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46557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Use AI as an assistant, not a replacement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Generative AI in Everyday Life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How to start using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Start with one useful task and evaluate the results before expanding.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Select a task such as drafting, learning, or brainstorming.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Test a prompt and review the output carefully.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Check accuracy, usefulness, privacy, and time saved.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Keep, improve, or stop based on the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7498079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87368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05D23"/>
                </a:solidFill>
                <a:latin typeface="Arial"/>
              </a:defRPr>
            </a:pPr>
            <a:r>
              <a:t>Generative AI works best when human judgement leads the way.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Generative AI in Everyday 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